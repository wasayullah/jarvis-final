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073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65760"/>
            <a:ext cx="2377440" cy="23774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PROJECT  ·  SCIENCE · TECHNOLOGY · ENGINEERING · MATHEMATICS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JARVIS-549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Rule-Based &amp; Local-LLM Personal AI Assistant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3840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Asad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Mohammad Wasayullah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Azhan Bhaig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Python  ·  Powered by a Local LLM (Ollama — Qwen)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Jarvis-549?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Jarvis-549 is a Python-based desktop AI assistant that combines fast rule-based commands with the reasoning of a locally-hosted large language model. It listens for a text command, first checks a library of instant responses, and — when a request needs real understanding — hands it to a local Qwen model running through Ollama.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617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Modes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(Rules + Local LLM)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37033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9+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4617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Web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370332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617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Turns Remembered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1554480"/>
            <a:ext cx="480060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223760" y="228600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AI, software engineering, and everyday problem-solving intersect.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practical, working example of hybrid AI system design (deterministic logic + generative reasoning).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personalization: the assistant adapts its behaviour to who is speaking to it.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accessible, open tools — no paid cloud AI subscription required.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Language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— control flow, memory logic, command routing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Language Model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77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runtime serving the Qwen model for open-ended reasoning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Memory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377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storage — per-user chat history &amp; role (creator / user)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&amp; APIs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114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Wikipedia API, OpenWeatherMap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33756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566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Automation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114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pywhatkit (YouTube), Spotipy (Spotify search)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33756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566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Automation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114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PyAutoGUI, os.startfile — opening apps &amp; taking screenshots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651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command)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2944368"/>
            <a:ext cx="502920" cy="32918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154680" y="2240280"/>
            <a:ext cx="1920240" cy="1737360"/>
          </a:xfrm>
          <a:prstGeom prst="diamond">
            <a:avLst/>
          </a:prstGeom>
          <a:solidFill>
            <a:srgbClr val="CFE8F3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22402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3977640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448056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4480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(instant responses,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commands)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66360" y="2944368"/>
            <a:ext cx="502920" cy="329184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2633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22402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6072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User Profile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Memory (JSON)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2496312"/>
            <a:ext cx="457200" cy="32918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22402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(Qwen via Ollama)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system prompt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12680" y="3154680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3657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Updated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5349240"/>
            <a:ext cx="6126480" cy="0"/>
          </a:xfrm>
          <a:prstGeom prst="line">
            <a:avLst/>
          </a:prstGeom>
          <a:noFill/>
          <a:ln w="19050">
            <a:solidFill>
              <a:srgbClr val="CFE8F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058400" y="4480560"/>
            <a:ext cx="0" cy="868680"/>
          </a:xfrm>
          <a:prstGeom prst="line">
            <a:avLst/>
          </a:prstGeom>
          <a:noFill/>
          <a:ln w="19050">
            <a:solidFill>
              <a:srgbClr val="CFE8F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114800" y="5532120"/>
            <a:ext cx="612648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114800" y="55321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Delivered to User (console output)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81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Automation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202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Chrome, VS Code, CMD, Notepad, Calculator, Python/IDLE on command.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581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Wikipedia Lookup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9202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any topic in two sentences using the Wikipedia API.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1581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Shortcuts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19202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Google, YouTube, GitHub, WhatsApp and more from one dictionary of sites.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36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Playback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747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YouTube videos directly and opens Spotify search results.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15468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4340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136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Weather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4747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temperature &amp; conditions for any city via OpenWeatherMap.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15468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3136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34747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and saves timestamped screenshots automatically.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690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AI Chat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the local LLM for anything the rule engine can't answer.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470916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4340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4690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 / User Modes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498348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its creator by name and adapts tone &amp; technical depth.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38160" y="470916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13816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46908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Memory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last 20 exchanges per user across sessions (JSON).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Application &amp; Real-World Use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hybrid design used in Jarvis-549 — instant rules for common tasks, a language model for everything else — is the pattern behind the voice and chat assistants used across industries today.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Productivity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07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launching of apps, quick facts, weather and reminders — reducing repetitive clicks for students and professionals.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07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Voice/text-driven computer control can help users with limited mobility interact with a PC more easily.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 Bots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907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rule-first, AI-fallback pattern mirrors how real support chatbots triage FAQs before escalating to an AI model.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Home / IoT Hub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8737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command-routing architecture extends naturally to controlling lights, appliances and sensors.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42976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8737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 for learning NLP, API integration and software architecture — exactly what this STEM project demonstrates.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42976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Offline-Capable AI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8737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LLM locally via Ollama avoids constant cloud dependency and keeps conversation data on-device.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THE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Accuracy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Jarvis-549 is not just a scripted chatbot — its design reflects real, documented concepts from computer science and artificial intelligence: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 (NLP)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048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Keyword/intent matching for rule responses, and a transformer-based language model (Qwen) for open-ended understanding.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10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AI Architecture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393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deterministic logic with a generative model mirrors real production systems (e.g. FAQ triage + LLM fallback).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544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73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system prompt defines the model's persona, rules and behaviour boundaries before each request.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Inference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4048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runs the Qwen model on-device via HTTP, illustrating client-server request/response and REST-style APIs.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4290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3310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&amp; Memory Persistence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6393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is serialised to JSON and reloaded per user — a basic model of stateful, personalized AI systems.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66344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544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873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(weather, Wikipedia) is fetched over HTTPS and parsed as JSON — real-world data-exchange practice.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CFE8F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responses from the language model are generated text and may occasionally be inaccurate — a well-documented limitation of LLMs, not a flaw unique to this project.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IT APART</a:t>
            </a:r>
            <a:endParaRPr lang="en-US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Role-Aware Personality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detects its creator by name and dynamically switches between a technical “co-developer” mode and a friendly, simplified user mode.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9019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17220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Response System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788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rule-based replies handle common requests with zero latency, while a local LLM is reserved for genuinely open-ended queries — balancing speed and intelligence.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7724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Memory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one shared context, each user gets an isolated, persistent history — a lightweight model of personalized AI.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97764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17220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Local &amp; Private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Qwen through Ollama keeps conversations off third-party AI servers, unlike most consumer assistants.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TAKEAWAY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Jarvis-549 shows that a well-structured hybrid AI system — mixing simple rules with a local language model — can deliver a genuinely useful, private, and personalized assistant using only open-source tools. It ties together Python programming, API integration, and applied AI/NLP into one working piece of software.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input/output (speech-to-text &amp; text-to-speech) for a hands-free experience.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graphical interface instead of the console/terminal.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secrets (API keys) into environment variables for safer deployment.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memory into a searchable knowledge base per user.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cross-platform desktop app.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JARVIS-549 — A Hybrid Rule-Based &amp; Local-LLM Personal AI Assistant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4023360"/>
            <a:ext cx="3200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4206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Asad   ·   Mohammad Wasayullah   ·   Azhan Bhaig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1094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Dania Alam</cp:lastModifiedBy>
  <cp:revision>2</cp:revision>
  <dcterms:created xsi:type="dcterms:W3CDTF">2026-08-28T03:50:07Z</dcterms:created>
  <dcterms:modified xsi:type="dcterms:W3CDTF">2026-08-30T19:08:02Z</dcterms:modified>
</cp:coreProperties>
</file>